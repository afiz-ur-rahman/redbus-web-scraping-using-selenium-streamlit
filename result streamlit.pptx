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Default Extension="jpg" ContentType="image/jpg"/>
  <Default Extension="png" ContentType="image/png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</p:sldIdLst>
  <p:sldSz cx="10058400" cy="7772400"/>
  <p:notesSz cx="10058400" cy="77724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754380" y="2409444"/>
            <a:ext cx="8549640" cy="163220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508760" y="4352544"/>
            <a:ext cx="7040880" cy="19431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502920" y="1787652"/>
            <a:ext cx="4375404" cy="51297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5180076" y="1787652"/>
            <a:ext cx="4375404" cy="51297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361187" y="361187"/>
            <a:ext cx="9349740" cy="7063740"/>
          </a:xfrm>
          <a:custGeom>
            <a:avLst/>
            <a:gdLst/>
            <a:ahLst/>
            <a:cxnLst/>
            <a:rect l="l" t="t" r="r" b="b"/>
            <a:pathLst>
              <a:path w="9349740" h="7063740">
                <a:moveTo>
                  <a:pt x="9349740" y="7063740"/>
                </a:moveTo>
                <a:lnTo>
                  <a:pt x="0" y="7063740"/>
                </a:lnTo>
                <a:lnTo>
                  <a:pt x="0" y="0"/>
                </a:lnTo>
                <a:lnTo>
                  <a:pt x="9349740" y="0"/>
                </a:lnTo>
                <a:lnTo>
                  <a:pt x="9349740" y="7063740"/>
                </a:lnTo>
                <a:close/>
              </a:path>
            </a:pathLst>
          </a:custGeom>
          <a:solidFill>
            <a:srgbClr val="0E111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02920" y="310896"/>
            <a:ext cx="9052560" cy="12435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02920" y="1787652"/>
            <a:ext cx="9052560" cy="51297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3419856" y="7228332"/>
            <a:ext cx="3218688" cy="388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502920" y="7228332"/>
            <a:ext cx="2313432" cy="388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7242048" y="7228332"/>
            <a:ext cx="2313432" cy="388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jpg"/><Relationship Id="rId3" Type="http://schemas.openxmlformats.org/officeDocument/2006/relationships/image" Target="../media/image2.jp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jpg"/><Relationship Id="rId11" Type="http://schemas.openxmlformats.org/officeDocument/2006/relationships/image" Target="../media/image10.png"/><Relationship Id="rId12" Type="http://schemas.openxmlformats.org/officeDocument/2006/relationships/image" Target="../media/image11.png"/><Relationship Id="rId13" Type="http://schemas.openxmlformats.org/officeDocument/2006/relationships/image" Target="../media/image12.jpg"/><Relationship Id="rId14" Type="http://schemas.openxmlformats.org/officeDocument/2006/relationships/image" Target="../media/image13.png"/><Relationship Id="rId15" Type="http://schemas.openxmlformats.org/officeDocument/2006/relationships/image" Target="../media/image14.png"/><Relationship Id="rId16" Type="http://schemas.openxmlformats.org/officeDocument/2006/relationships/image" Target="../media/image15.png"/><Relationship Id="rId17" Type="http://schemas.openxmlformats.org/officeDocument/2006/relationships/image" Target="../media/image16.png"/><Relationship Id="rId18" Type="http://schemas.openxmlformats.org/officeDocument/2006/relationships/image" Target="../media/image17.png"/><Relationship Id="rId19" Type="http://schemas.openxmlformats.org/officeDocument/2006/relationships/image" Target="../media/image18.png"/><Relationship Id="rId20" Type="http://schemas.openxmlformats.org/officeDocument/2006/relationships/image" Target="../media/image19.png"/><Relationship Id="rId21" Type="http://schemas.openxmlformats.org/officeDocument/2006/relationships/image" Target="../media/image20.png"/><Relationship Id="rId22" Type="http://schemas.openxmlformats.org/officeDocument/2006/relationships/image" Target="../media/image21.png"/><Relationship Id="rId23" Type="http://schemas.openxmlformats.org/officeDocument/2006/relationships/image" Target="../media/image22.png"/><Relationship Id="rId24" Type="http://schemas.openxmlformats.org/officeDocument/2006/relationships/image" Target="../media/image23.png"/><Relationship Id="rId25" Type="http://schemas.openxmlformats.org/officeDocument/2006/relationships/image" Target="../media/image24.png"/><Relationship Id="rId26" Type="http://schemas.openxmlformats.org/officeDocument/2006/relationships/image" Target="../media/image25.png"/><Relationship Id="rId27" Type="http://schemas.openxmlformats.org/officeDocument/2006/relationships/image" Target="../media/image26.png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7.png"/><Relationship Id="rId3" Type="http://schemas.openxmlformats.org/officeDocument/2006/relationships/image" Target="../media/image28.png"/><Relationship Id="rId4" Type="http://schemas.openxmlformats.org/officeDocument/2006/relationships/image" Target="../media/image21.png"/><Relationship Id="rId5" Type="http://schemas.openxmlformats.org/officeDocument/2006/relationships/image" Target="../media/image22.png"/><Relationship Id="rId6" Type="http://schemas.openxmlformats.org/officeDocument/2006/relationships/image" Target="../media/image23.png"/><Relationship Id="rId7" Type="http://schemas.openxmlformats.org/officeDocument/2006/relationships/image" Target="../media/image24.png"/><Relationship Id="rId8" Type="http://schemas.openxmlformats.org/officeDocument/2006/relationships/image" Target="../media/image25.png"/><Relationship Id="rId9" Type="http://schemas.openxmlformats.org/officeDocument/2006/relationships/image" Target="../media/image29.png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0.png"/><Relationship Id="rId3" Type="http://schemas.openxmlformats.org/officeDocument/2006/relationships/image" Target="../media/image31.png"/><Relationship Id="rId4" Type="http://schemas.openxmlformats.org/officeDocument/2006/relationships/image" Target="../media/image32.png"/><Relationship Id="rId5" Type="http://schemas.openxmlformats.org/officeDocument/2006/relationships/image" Target="../media/image33.png"/><Relationship Id="rId6" Type="http://schemas.openxmlformats.org/officeDocument/2006/relationships/image" Target="../media/image34.png"/><Relationship Id="rId7" Type="http://schemas.openxmlformats.org/officeDocument/2006/relationships/image" Target="../media/image35.png"/><Relationship Id="rId8" Type="http://schemas.openxmlformats.org/officeDocument/2006/relationships/image" Target="../media/image21.png"/><Relationship Id="rId9" Type="http://schemas.openxmlformats.org/officeDocument/2006/relationships/image" Target="../media/image22.png"/><Relationship Id="rId10" Type="http://schemas.openxmlformats.org/officeDocument/2006/relationships/image" Target="../media/image23.png"/><Relationship Id="rId11" Type="http://schemas.openxmlformats.org/officeDocument/2006/relationships/image" Target="../media/image24.png"/><Relationship Id="rId12" Type="http://schemas.openxmlformats.org/officeDocument/2006/relationships/image" Target="../media/image25.png"/><Relationship Id="rId13" Type="http://schemas.openxmlformats.org/officeDocument/2006/relationships/image" Target="../media/image36.png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7.png"/><Relationship Id="rId3" Type="http://schemas.openxmlformats.org/officeDocument/2006/relationships/image" Target="../media/image21.png"/><Relationship Id="rId4" Type="http://schemas.openxmlformats.org/officeDocument/2006/relationships/image" Target="../media/image22.png"/><Relationship Id="rId5" Type="http://schemas.openxmlformats.org/officeDocument/2006/relationships/image" Target="../media/image23.png"/><Relationship Id="rId6" Type="http://schemas.openxmlformats.org/officeDocument/2006/relationships/image" Target="../media/image24.png"/><Relationship Id="rId7" Type="http://schemas.openxmlformats.org/officeDocument/2006/relationships/image" Target="../media/image25.png"/><Relationship Id="rId8" Type="http://schemas.openxmlformats.org/officeDocument/2006/relationships/image" Target="../media/image38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361187" y="361187"/>
            <a:ext cx="9351645" cy="7063740"/>
            <a:chOff x="361187" y="361187"/>
            <a:chExt cx="9351645" cy="7063740"/>
          </a:xfrm>
        </p:grpSpPr>
        <p:pic>
          <p:nvPicPr>
            <p:cNvPr id="3" name="object 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61187" y="361187"/>
              <a:ext cx="9351263" cy="7063739"/>
            </a:xfrm>
            <a:prstGeom prst="rect">
              <a:avLst/>
            </a:prstGeom>
          </p:spPr>
        </p:pic>
        <p:pic>
          <p:nvPicPr>
            <p:cNvPr id="4" name="object 4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538983" y="2929127"/>
              <a:ext cx="7115555" cy="233172"/>
            </a:xfrm>
            <a:prstGeom prst="rect">
              <a:avLst/>
            </a:prstGeom>
          </p:spPr>
        </p:pic>
        <p:pic>
          <p:nvPicPr>
            <p:cNvPr id="5" name="object 5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548699" y="5782722"/>
              <a:ext cx="1316450" cy="129730"/>
            </a:xfrm>
            <a:prstGeom prst="rect">
              <a:avLst/>
            </a:prstGeom>
          </p:spPr>
        </p:pic>
        <p:sp>
          <p:nvSpPr>
            <p:cNvPr id="6" name="object 6" descr=""/>
            <p:cNvSpPr/>
            <p:nvPr/>
          </p:nvSpPr>
          <p:spPr>
            <a:xfrm>
              <a:off x="361187" y="361187"/>
              <a:ext cx="1656714" cy="6986270"/>
            </a:xfrm>
            <a:custGeom>
              <a:avLst/>
              <a:gdLst/>
              <a:ahLst/>
              <a:cxnLst/>
              <a:rect l="l" t="t" r="r" b="b"/>
              <a:pathLst>
                <a:path w="1656714" h="6986270">
                  <a:moveTo>
                    <a:pt x="1656587" y="6986015"/>
                  </a:moveTo>
                  <a:lnTo>
                    <a:pt x="0" y="6986015"/>
                  </a:lnTo>
                  <a:lnTo>
                    <a:pt x="0" y="0"/>
                  </a:lnTo>
                  <a:lnTo>
                    <a:pt x="1656587" y="0"/>
                  </a:lnTo>
                  <a:lnTo>
                    <a:pt x="1656587" y="6986015"/>
                  </a:lnTo>
                  <a:close/>
                </a:path>
              </a:pathLst>
            </a:custGeom>
            <a:solidFill>
              <a:srgbClr val="26262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7" name="object 7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21398" y="982408"/>
              <a:ext cx="329469" cy="93154"/>
            </a:xfrm>
            <a:prstGeom prst="rect">
              <a:avLst/>
            </a:prstGeom>
          </p:spPr>
        </p:pic>
        <p:pic>
          <p:nvPicPr>
            <p:cNvPr id="8" name="object 8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12063" y="1216151"/>
              <a:ext cx="704087" cy="260603"/>
            </a:xfrm>
            <a:prstGeom prst="rect">
              <a:avLst/>
            </a:prstGeom>
          </p:spPr>
        </p:pic>
        <p:pic>
          <p:nvPicPr>
            <p:cNvPr id="9" name="object 9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03789" y="1302829"/>
              <a:ext cx="521684" cy="76295"/>
            </a:xfrm>
            <a:prstGeom prst="rect">
              <a:avLst/>
            </a:prstGeom>
          </p:spPr>
        </p:pic>
        <p:pic>
          <p:nvPicPr>
            <p:cNvPr id="10" name="object 10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513778" y="1615630"/>
              <a:ext cx="579691" cy="82391"/>
            </a:xfrm>
            <a:prstGeom prst="rect">
              <a:avLst/>
            </a:prstGeom>
          </p:spPr>
        </p:pic>
        <p:pic>
          <p:nvPicPr>
            <p:cNvPr id="11" name="object 11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09963" y="1758310"/>
              <a:ext cx="1359131" cy="1087955"/>
            </a:xfrm>
            <a:prstGeom prst="rect">
              <a:avLst/>
            </a:prstGeom>
          </p:spPr>
        </p:pic>
        <p:pic>
          <p:nvPicPr>
            <p:cNvPr id="12" name="object 12" descr="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534668" y="2258567"/>
              <a:ext cx="86868" cy="88391"/>
            </a:xfrm>
            <a:prstGeom prst="rect">
              <a:avLst/>
            </a:prstGeom>
          </p:spPr>
        </p:pic>
        <p:sp>
          <p:nvSpPr>
            <p:cNvPr id="13" name="object 13" descr=""/>
            <p:cNvSpPr/>
            <p:nvPr/>
          </p:nvSpPr>
          <p:spPr>
            <a:xfrm>
              <a:off x="1699069" y="2282475"/>
              <a:ext cx="67310" cy="40005"/>
            </a:xfrm>
            <a:custGeom>
              <a:avLst/>
              <a:gdLst/>
              <a:ahLst/>
              <a:cxnLst/>
              <a:rect l="l" t="t" r="r" b="b"/>
              <a:pathLst>
                <a:path w="67310" h="40005">
                  <a:moveTo>
                    <a:pt x="35051" y="39624"/>
                  </a:moveTo>
                  <a:lnTo>
                    <a:pt x="33527" y="39624"/>
                  </a:lnTo>
                  <a:lnTo>
                    <a:pt x="32003" y="39624"/>
                  </a:lnTo>
                  <a:lnTo>
                    <a:pt x="3047" y="12192"/>
                  </a:lnTo>
                  <a:lnTo>
                    <a:pt x="0" y="9144"/>
                  </a:lnTo>
                  <a:lnTo>
                    <a:pt x="0" y="4572"/>
                  </a:lnTo>
                  <a:lnTo>
                    <a:pt x="3047" y="3048"/>
                  </a:lnTo>
                  <a:lnTo>
                    <a:pt x="6095" y="0"/>
                  </a:lnTo>
                  <a:lnTo>
                    <a:pt x="9143" y="0"/>
                  </a:lnTo>
                  <a:lnTo>
                    <a:pt x="33527" y="24384"/>
                  </a:lnTo>
                  <a:lnTo>
                    <a:pt x="57911" y="0"/>
                  </a:lnTo>
                  <a:lnTo>
                    <a:pt x="60959" y="0"/>
                  </a:lnTo>
                  <a:lnTo>
                    <a:pt x="64007" y="3048"/>
                  </a:lnTo>
                  <a:lnTo>
                    <a:pt x="67055" y="4572"/>
                  </a:lnTo>
                  <a:lnTo>
                    <a:pt x="67055" y="9144"/>
                  </a:lnTo>
                  <a:lnTo>
                    <a:pt x="64007" y="12192"/>
                  </a:lnTo>
                  <a:lnTo>
                    <a:pt x="38099" y="36576"/>
                  </a:lnTo>
                  <a:lnTo>
                    <a:pt x="35051" y="39624"/>
                  </a:lnTo>
                  <a:close/>
                </a:path>
              </a:pathLst>
            </a:custGeom>
            <a:solidFill>
              <a:srgbClr val="F9F9F9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4" name="object 14" descr="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513778" y="2985896"/>
              <a:ext cx="698658" cy="85439"/>
            </a:xfrm>
            <a:prstGeom prst="rect">
              <a:avLst/>
            </a:prstGeom>
          </p:spPr>
        </p:pic>
        <p:pic>
          <p:nvPicPr>
            <p:cNvPr id="15" name="object 15" descr="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509963" y="3130100"/>
              <a:ext cx="1359131" cy="1086335"/>
            </a:xfrm>
            <a:prstGeom prst="rect">
              <a:avLst/>
            </a:prstGeom>
          </p:spPr>
        </p:pic>
        <p:pic>
          <p:nvPicPr>
            <p:cNvPr id="16" name="object 16" descr="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534668" y="3630167"/>
              <a:ext cx="86868" cy="86867"/>
            </a:xfrm>
            <a:prstGeom prst="rect">
              <a:avLst/>
            </a:prstGeom>
          </p:spPr>
        </p:pic>
        <p:sp>
          <p:nvSpPr>
            <p:cNvPr id="17" name="object 17" descr=""/>
            <p:cNvSpPr/>
            <p:nvPr/>
          </p:nvSpPr>
          <p:spPr>
            <a:xfrm>
              <a:off x="1699069" y="3652646"/>
              <a:ext cx="67310" cy="40005"/>
            </a:xfrm>
            <a:custGeom>
              <a:avLst/>
              <a:gdLst/>
              <a:ahLst/>
              <a:cxnLst/>
              <a:rect l="l" t="t" r="r" b="b"/>
              <a:pathLst>
                <a:path w="67310" h="40004">
                  <a:moveTo>
                    <a:pt x="36575" y="39719"/>
                  </a:moveTo>
                  <a:lnTo>
                    <a:pt x="33527" y="39719"/>
                  </a:lnTo>
                  <a:lnTo>
                    <a:pt x="30479" y="39719"/>
                  </a:lnTo>
                  <a:lnTo>
                    <a:pt x="0" y="9143"/>
                  </a:lnTo>
                  <a:lnTo>
                    <a:pt x="0" y="6095"/>
                  </a:lnTo>
                  <a:lnTo>
                    <a:pt x="6095" y="0"/>
                  </a:lnTo>
                  <a:lnTo>
                    <a:pt x="9143" y="0"/>
                  </a:lnTo>
                  <a:lnTo>
                    <a:pt x="33527" y="24383"/>
                  </a:lnTo>
                  <a:lnTo>
                    <a:pt x="57911" y="0"/>
                  </a:lnTo>
                  <a:lnTo>
                    <a:pt x="60959" y="0"/>
                  </a:lnTo>
                  <a:lnTo>
                    <a:pt x="67055" y="6095"/>
                  </a:lnTo>
                  <a:lnTo>
                    <a:pt x="67055" y="9143"/>
                  </a:lnTo>
                  <a:lnTo>
                    <a:pt x="36575" y="39719"/>
                  </a:lnTo>
                  <a:close/>
                </a:path>
              </a:pathLst>
            </a:custGeom>
            <a:solidFill>
              <a:srgbClr val="F9F9F9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8" name="object 18" descr="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513778" y="4359116"/>
              <a:ext cx="686466" cy="85439"/>
            </a:xfrm>
            <a:prstGeom prst="rect">
              <a:avLst/>
            </a:prstGeom>
          </p:spPr>
        </p:pic>
        <p:pic>
          <p:nvPicPr>
            <p:cNvPr id="19" name="object 19" descr="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512063" y="4620767"/>
              <a:ext cx="1356360" cy="22859"/>
            </a:xfrm>
            <a:prstGeom prst="rect">
              <a:avLst/>
            </a:prstGeom>
          </p:spPr>
        </p:pic>
        <p:pic>
          <p:nvPicPr>
            <p:cNvPr id="20" name="object 20" descr="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510730" y="4591049"/>
              <a:ext cx="77819" cy="77819"/>
            </a:xfrm>
            <a:prstGeom prst="rect">
              <a:avLst/>
            </a:prstGeom>
          </p:spPr>
        </p:pic>
        <p:sp>
          <p:nvSpPr>
            <p:cNvPr id="21" name="object 21" descr=""/>
            <p:cNvSpPr/>
            <p:nvPr/>
          </p:nvSpPr>
          <p:spPr>
            <a:xfrm>
              <a:off x="515289" y="4487328"/>
              <a:ext cx="81280" cy="59690"/>
            </a:xfrm>
            <a:custGeom>
              <a:avLst/>
              <a:gdLst/>
              <a:ahLst/>
              <a:cxnLst/>
              <a:rect l="l" t="t" r="r" b="b"/>
              <a:pathLst>
                <a:path w="81279" h="59689">
                  <a:moveTo>
                    <a:pt x="36588" y="35052"/>
                  </a:moveTo>
                  <a:lnTo>
                    <a:pt x="33540" y="28956"/>
                  </a:lnTo>
                  <a:lnTo>
                    <a:pt x="32016" y="27432"/>
                  </a:lnTo>
                  <a:lnTo>
                    <a:pt x="28968" y="25908"/>
                  </a:lnTo>
                  <a:lnTo>
                    <a:pt x="28968" y="35052"/>
                  </a:lnTo>
                  <a:lnTo>
                    <a:pt x="28968" y="48768"/>
                  </a:lnTo>
                  <a:lnTo>
                    <a:pt x="24396" y="53340"/>
                  </a:lnTo>
                  <a:lnTo>
                    <a:pt x="22872" y="53340"/>
                  </a:lnTo>
                  <a:lnTo>
                    <a:pt x="21348" y="54864"/>
                  </a:lnTo>
                  <a:lnTo>
                    <a:pt x="16764" y="54864"/>
                  </a:lnTo>
                  <a:lnTo>
                    <a:pt x="15240" y="53340"/>
                  </a:lnTo>
                  <a:lnTo>
                    <a:pt x="12192" y="51816"/>
                  </a:lnTo>
                  <a:lnTo>
                    <a:pt x="10668" y="50292"/>
                  </a:lnTo>
                  <a:lnTo>
                    <a:pt x="7620" y="44196"/>
                  </a:lnTo>
                  <a:lnTo>
                    <a:pt x="7620" y="41148"/>
                  </a:lnTo>
                  <a:lnTo>
                    <a:pt x="6604" y="38100"/>
                  </a:lnTo>
                  <a:lnTo>
                    <a:pt x="6477" y="37719"/>
                  </a:lnTo>
                  <a:lnTo>
                    <a:pt x="9144" y="35052"/>
                  </a:lnTo>
                  <a:lnTo>
                    <a:pt x="10668" y="32004"/>
                  </a:lnTo>
                  <a:lnTo>
                    <a:pt x="12192" y="32004"/>
                  </a:lnTo>
                  <a:lnTo>
                    <a:pt x="15240" y="30480"/>
                  </a:lnTo>
                  <a:lnTo>
                    <a:pt x="16764" y="28956"/>
                  </a:lnTo>
                  <a:lnTo>
                    <a:pt x="21348" y="28956"/>
                  </a:lnTo>
                  <a:lnTo>
                    <a:pt x="22872" y="30480"/>
                  </a:lnTo>
                  <a:lnTo>
                    <a:pt x="24396" y="30480"/>
                  </a:lnTo>
                  <a:lnTo>
                    <a:pt x="28968" y="35052"/>
                  </a:lnTo>
                  <a:lnTo>
                    <a:pt x="28968" y="25908"/>
                  </a:lnTo>
                  <a:lnTo>
                    <a:pt x="25920" y="24384"/>
                  </a:lnTo>
                  <a:lnTo>
                    <a:pt x="15240" y="24384"/>
                  </a:lnTo>
                  <a:lnTo>
                    <a:pt x="12192" y="25908"/>
                  </a:lnTo>
                  <a:lnTo>
                    <a:pt x="10668" y="27432"/>
                  </a:lnTo>
                  <a:lnTo>
                    <a:pt x="7620" y="28956"/>
                  </a:lnTo>
                  <a:lnTo>
                    <a:pt x="6096" y="32004"/>
                  </a:lnTo>
                  <a:lnTo>
                    <a:pt x="6096" y="25908"/>
                  </a:lnTo>
                  <a:lnTo>
                    <a:pt x="9144" y="16764"/>
                  </a:lnTo>
                  <a:lnTo>
                    <a:pt x="12192" y="10668"/>
                  </a:lnTo>
                  <a:lnTo>
                    <a:pt x="13716" y="9144"/>
                  </a:lnTo>
                  <a:lnTo>
                    <a:pt x="19824" y="6096"/>
                  </a:lnTo>
                  <a:lnTo>
                    <a:pt x="24396" y="6096"/>
                  </a:lnTo>
                  <a:lnTo>
                    <a:pt x="25920" y="7620"/>
                  </a:lnTo>
                  <a:lnTo>
                    <a:pt x="27444" y="7620"/>
                  </a:lnTo>
                  <a:lnTo>
                    <a:pt x="28968" y="9144"/>
                  </a:lnTo>
                  <a:lnTo>
                    <a:pt x="30492" y="9144"/>
                  </a:lnTo>
                  <a:lnTo>
                    <a:pt x="32016" y="10668"/>
                  </a:lnTo>
                  <a:lnTo>
                    <a:pt x="35064" y="6096"/>
                  </a:lnTo>
                  <a:lnTo>
                    <a:pt x="30492" y="1524"/>
                  </a:lnTo>
                  <a:lnTo>
                    <a:pt x="27444" y="1524"/>
                  </a:lnTo>
                  <a:lnTo>
                    <a:pt x="24396" y="0"/>
                  </a:lnTo>
                  <a:lnTo>
                    <a:pt x="18288" y="0"/>
                  </a:lnTo>
                  <a:lnTo>
                    <a:pt x="16764" y="1524"/>
                  </a:lnTo>
                  <a:lnTo>
                    <a:pt x="13716" y="1524"/>
                  </a:lnTo>
                  <a:lnTo>
                    <a:pt x="10668" y="3048"/>
                  </a:lnTo>
                  <a:lnTo>
                    <a:pt x="6096" y="7620"/>
                  </a:lnTo>
                  <a:lnTo>
                    <a:pt x="3048" y="13716"/>
                  </a:lnTo>
                  <a:lnTo>
                    <a:pt x="1524" y="18288"/>
                  </a:lnTo>
                  <a:lnTo>
                    <a:pt x="0" y="21336"/>
                  </a:lnTo>
                  <a:lnTo>
                    <a:pt x="0" y="41148"/>
                  </a:lnTo>
                  <a:lnTo>
                    <a:pt x="3048" y="47244"/>
                  </a:lnTo>
                  <a:lnTo>
                    <a:pt x="3048" y="50292"/>
                  </a:lnTo>
                  <a:lnTo>
                    <a:pt x="7620" y="54864"/>
                  </a:lnTo>
                  <a:lnTo>
                    <a:pt x="9144" y="57912"/>
                  </a:lnTo>
                  <a:lnTo>
                    <a:pt x="12192" y="57912"/>
                  </a:lnTo>
                  <a:lnTo>
                    <a:pt x="13716" y="59436"/>
                  </a:lnTo>
                  <a:lnTo>
                    <a:pt x="25920" y="59436"/>
                  </a:lnTo>
                  <a:lnTo>
                    <a:pt x="27444" y="57912"/>
                  </a:lnTo>
                  <a:lnTo>
                    <a:pt x="30492" y="56388"/>
                  </a:lnTo>
                  <a:lnTo>
                    <a:pt x="32016" y="54864"/>
                  </a:lnTo>
                  <a:lnTo>
                    <a:pt x="35064" y="51816"/>
                  </a:lnTo>
                  <a:lnTo>
                    <a:pt x="36588" y="48768"/>
                  </a:lnTo>
                  <a:lnTo>
                    <a:pt x="36588" y="35052"/>
                  </a:lnTo>
                  <a:close/>
                </a:path>
                <a:path w="81279" h="59689">
                  <a:moveTo>
                    <a:pt x="80873" y="19812"/>
                  </a:moveTo>
                  <a:lnTo>
                    <a:pt x="79349" y="15240"/>
                  </a:lnTo>
                  <a:lnTo>
                    <a:pt x="77825" y="12192"/>
                  </a:lnTo>
                  <a:lnTo>
                    <a:pt x="77825" y="9144"/>
                  </a:lnTo>
                  <a:lnTo>
                    <a:pt x="74777" y="7620"/>
                  </a:lnTo>
                  <a:lnTo>
                    <a:pt x="74015" y="6096"/>
                  </a:lnTo>
                  <a:lnTo>
                    <a:pt x="73253" y="4572"/>
                  </a:lnTo>
                  <a:lnTo>
                    <a:pt x="73253" y="19812"/>
                  </a:lnTo>
                  <a:lnTo>
                    <a:pt x="73253" y="24384"/>
                  </a:lnTo>
                  <a:lnTo>
                    <a:pt x="70205" y="27432"/>
                  </a:lnTo>
                  <a:lnTo>
                    <a:pt x="67157" y="28956"/>
                  </a:lnTo>
                  <a:lnTo>
                    <a:pt x="65633" y="30480"/>
                  </a:lnTo>
                  <a:lnTo>
                    <a:pt x="58013" y="30480"/>
                  </a:lnTo>
                  <a:lnTo>
                    <a:pt x="56489" y="28956"/>
                  </a:lnTo>
                  <a:lnTo>
                    <a:pt x="54965" y="28956"/>
                  </a:lnTo>
                  <a:lnTo>
                    <a:pt x="51917" y="25908"/>
                  </a:lnTo>
                  <a:lnTo>
                    <a:pt x="51917" y="22860"/>
                  </a:lnTo>
                  <a:lnTo>
                    <a:pt x="50393" y="21336"/>
                  </a:lnTo>
                  <a:lnTo>
                    <a:pt x="50393" y="16764"/>
                  </a:lnTo>
                  <a:lnTo>
                    <a:pt x="51917" y="13716"/>
                  </a:lnTo>
                  <a:lnTo>
                    <a:pt x="51917" y="12192"/>
                  </a:lnTo>
                  <a:lnTo>
                    <a:pt x="58013" y="6096"/>
                  </a:lnTo>
                  <a:lnTo>
                    <a:pt x="64109" y="6096"/>
                  </a:lnTo>
                  <a:lnTo>
                    <a:pt x="65633" y="7620"/>
                  </a:lnTo>
                  <a:lnTo>
                    <a:pt x="68681" y="9144"/>
                  </a:lnTo>
                  <a:lnTo>
                    <a:pt x="71729" y="12192"/>
                  </a:lnTo>
                  <a:lnTo>
                    <a:pt x="71729" y="16764"/>
                  </a:lnTo>
                  <a:lnTo>
                    <a:pt x="73253" y="19812"/>
                  </a:lnTo>
                  <a:lnTo>
                    <a:pt x="73253" y="4572"/>
                  </a:lnTo>
                  <a:lnTo>
                    <a:pt x="71729" y="3048"/>
                  </a:lnTo>
                  <a:lnTo>
                    <a:pt x="68681" y="1524"/>
                  </a:lnTo>
                  <a:lnTo>
                    <a:pt x="67157" y="1524"/>
                  </a:lnTo>
                  <a:lnTo>
                    <a:pt x="64109" y="0"/>
                  </a:lnTo>
                  <a:lnTo>
                    <a:pt x="58013" y="0"/>
                  </a:lnTo>
                  <a:lnTo>
                    <a:pt x="51917" y="3048"/>
                  </a:lnTo>
                  <a:lnTo>
                    <a:pt x="50393" y="4572"/>
                  </a:lnTo>
                  <a:lnTo>
                    <a:pt x="47244" y="6096"/>
                  </a:lnTo>
                  <a:lnTo>
                    <a:pt x="44196" y="12192"/>
                  </a:lnTo>
                  <a:lnTo>
                    <a:pt x="44196" y="25908"/>
                  </a:lnTo>
                  <a:lnTo>
                    <a:pt x="47244" y="32004"/>
                  </a:lnTo>
                  <a:lnTo>
                    <a:pt x="48869" y="33528"/>
                  </a:lnTo>
                  <a:lnTo>
                    <a:pt x="54965" y="36576"/>
                  </a:lnTo>
                  <a:lnTo>
                    <a:pt x="65633" y="36576"/>
                  </a:lnTo>
                  <a:lnTo>
                    <a:pt x="68681" y="35052"/>
                  </a:lnTo>
                  <a:lnTo>
                    <a:pt x="73253" y="30480"/>
                  </a:lnTo>
                  <a:lnTo>
                    <a:pt x="73253" y="39624"/>
                  </a:lnTo>
                  <a:lnTo>
                    <a:pt x="71729" y="42672"/>
                  </a:lnTo>
                  <a:lnTo>
                    <a:pt x="70205" y="47244"/>
                  </a:lnTo>
                  <a:lnTo>
                    <a:pt x="68681" y="50292"/>
                  </a:lnTo>
                  <a:lnTo>
                    <a:pt x="65633" y="51816"/>
                  </a:lnTo>
                  <a:lnTo>
                    <a:pt x="64109" y="53340"/>
                  </a:lnTo>
                  <a:lnTo>
                    <a:pt x="53441" y="53340"/>
                  </a:lnTo>
                  <a:lnTo>
                    <a:pt x="48869" y="48768"/>
                  </a:lnTo>
                  <a:lnTo>
                    <a:pt x="45720" y="53340"/>
                  </a:lnTo>
                  <a:lnTo>
                    <a:pt x="47244" y="56388"/>
                  </a:lnTo>
                  <a:lnTo>
                    <a:pt x="48869" y="57912"/>
                  </a:lnTo>
                  <a:lnTo>
                    <a:pt x="50393" y="57912"/>
                  </a:lnTo>
                  <a:lnTo>
                    <a:pt x="53441" y="59436"/>
                  </a:lnTo>
                  <a:lnTo>
                    <a:pt x="64109" y="59436"/>
                  </a:lnTo>
                  <a:lnTo>
                    <a:pt x="67157" y="57912"/>
                  </a:lnTo>
                  <a:lnTo>
                    <a:pt x="70205" y="57912"/>
                  </a:lnTo>
                  <a:lnTo>
                    <a:pt x="71729" y="54864"/>
                  </a:lnTo>
                  <a:lnTo>
                    <a:pt x="74777" y="53340"/>
                  </a:lnTo>
                  <a:lnTo>
                    <a:pt x="77825" y="47244"/>
                  </a:lnTo>
                  <a:lnTo>
                    <a:pt x="80873" y="38100"/>
                  </a:lnTo>
                  <a:lnTo>
                    <a:pt x="80873" y="22860"/>
                  </a:lnTo>
                  <a:lnTo>
                    <a:pt x="80873" y="19812"/>
                  </a:lnTo>
                  <a:close/>
                </a:path>
              </a:pathLst>
            </a:custGeom>
            <a:solidFill>
              <a:srgbClr val="FF4B4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2" name="object 22" descr="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509963" y="4889367"/>
              <a:ext cx="105260" cy="103736"/>
            </a:xfrm>
            <a:prstGeom prst="rect">
              <a:avLst/>
            </a:prstGeom>
          </p:spPr>
        </p:pic>
        <p:pic>
          <p:nvPicPr>
            <p:cNvPr id="23" name="object 23" descr="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683132" y="4899278"/>
              <a:ext cx="550640" cy="74771"/>
            </a:xfrm>
            <a:prstGeom prst="rect">
              <a:avLst/>
            </a:prstGeom>
          </p:spPr>
        </p:pic>
        <p:pic>
          <p:nvPicPr>
            <p:cNvPr id="24" name="object 24" descr="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509963" y="5147210"/>
              <a:ext cx="105260" cy="105260"/>
            </a:xfrm>
            <a:prstGeom prst="rect">
              <a:avLst/>
            </a:prstGeom>
          </p:spPr>
        </p:pic>
        <p:pic>
          <p:nvPicPr>
            <p:cNvPr id="25" name="object 25" descr="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687704" y="5158644"/>
              <a:ext cx="991457" cy="247173"/>
            </a:xfrm>
            <a:prstGeom prst="rect">
              <a:avLst/>
            </a:prstGeom>
          </p:spPr>
        </p:pic>
        <p:pic>
          <p:nvPicPr>
            <p:cNvPr id="26" name="object 26" descr="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1824132" y="4591049"/>
              <a:ext cx="77819" cy="77819"/>
            </a:xfrm>
            <a:prstGeom prst="rect">
              <a:avLst/>
            </a:prstGeom>
          </p:spPr>
        </p:pic>
        <p:sp>
          <p:nvSpPr>
            <p:cNvPr id="27" name="object 27" descr=""/>
            <p:cNvSpPr/>
            <p:nvPr/>
          </p:nvSpPr>
          <p:spPr>
            <a:xfrm>
              <a:off x="1724964" y="4487328"/>
              <a:ext cx="172720" cy="59690"/>
            </a:xfrm>
            <a:custGeom>
              <a:avLst/>
              <a:gdLst/>
              <a:ahLst/>
              <a:cxnLst/>
              <a:rect l="l" t="t" r="r" b="b"/>
              <a:pathLst>
                <a:path w="172719" h="59689">
                  <a:moveTo>
                    <a:pt x="38100" y="22860"/>
                  </a:moveTo>
                  <a:lnTo>
                    <a:pt x="36576" y="19812"/>
                  </a:lnTo>
                  <a:lnTo>
                    <a:pt x="36576" y="15240"/>
                  </a:lnTo>
                  <a:lnTo>
                    <a:pt x="33528" y="9144"/>
                  </a:lnTo>
                  <a:lnTo>
                    <a:pt x="32004" y="7620"/>
                  </a:lnTo>
                  <a:lnTo>
                    <a:pt x="31242" y="6096"/>
                  </a:lnTo>
                  <a:lnTo>
                    <a:pt x="30480" y="4572"/>
                  </a:lnTo>
                  <a:lnTo>
                    <a:pt x="30480" y="19812"/>
                  </a:lnTo>
                  <a:lnTo>
                    <a:pt x="30480" y="22860"/>
                  </a:lnTo>
                  <a:lnTo>
                    <a:pt x="28956" y="25908"/>
                  </a:lnTo>
                  <a:lnTo>
                    <a:pt x="27432" y="27432"/>
                  </a:lnTo>
                  <a:lnTo>
                    <a:pt x="24384" y="28956"/>
                  </a:lnTo>
                  <a:lnTo>
                    <a:pt x="22860" y="30480"/>
                  </a:lnTo>
                  <a:lnTo>
                    <a:pt x="13716" y="30480"/>
                  </a:lnTo>
                  <a:lnTo>
                    <a:pt x="12192" y="28956"/>
                  </a:lnTo>
                  <a:lnTo>
                    <a:pt x="10668" y="28956"/>
                  </a:lnTo>
                  <a:lnTo>
                    <a:pt x="9144" y="27432"/>
                  </a:lnTo>
                  <a:lnTo>
                    <a:pt x="9144" y="25908"/>
                  </a:lnTo>
                  <a:lnTo>
                    <a:pt x="7620" y="22860"/>
                  </a:lnTo>
                  <a:lnTo>
                    <a:pt x="7620" y="13716"/>
                  </a:lnTo>
                  <a:lnTo>
                    <a:pt x="10668" y="10668"/>
                  </a:lnTo>
                  <a:lnTo>
                    <a:pt x="10668" y="9144"/>
                  </a:lnTo>
                  <a:lnTo>
                    <a:pt x="13716" y="6096"/>
                  </a:lnTo>
                  <a:lnTo>
                    <a:pt x="19812" y="6096"/>
                  </a:lnTo>
                  <a:lnTo>
                    <a:pt x="22860" y="7620"/>
                  </a:lnTo>
                  <a:lnTo>
                    <a:pt x="27432" y="12192"/>
                  </a:lnTo>
                  <a:lnTo>
                    <a:pt x="28956" y="16764"/>
                  </a:lnTo>
                  <a:lnTo>
                    <a:pt x="30480" y="19812"/>
                  </a:lnTo>
                  <a:lnTo>
                    <a:pt x="30480" y="4572"/>
                  </a:lnTo>
                  <a:lnTo>
                    <a:pt x="27432" y="3048"/>
                  </a:lnTo>
                  <a:lnTo>
                    <a:pt x="25908" y="1524"/>
                  </a:lnTo>
                  <a:lnTo>
                    <a:pt x="22860" y="1524"/>
                  </a:lnTo>
                  <a:lnTo>
                    <a:pt x="19812" y="0"/>
                  </a:lnTo>
                  <a:lnTo>
                    <a:pt x="15240" y="0"/>
                  </a:lnTo>
                  <a:lnTo>
                    <a:pt x="6096" y="4572"/>
                  </a:lnTo>
                  <a:lnTo>
                    <a:pt x="4572" y="6096"/>
                  </a:lnTo>
                  <a:lnTo>
                    <a:pt x="0" y="15240"/>
                  </a:lnTo>
                  <a:lnTo>
                    <a:pt x="0" y="22860"/>
                  </a:lnTo>
                  <a:lnTo>
                    <a:pt x="4572" y="32004"/>
                  </a:lnTo>
                  <a:lnTo>
                    <a:pt x="7620" y="35052"/>
                  </a:lnTo>
                  <a:lnTo>
                    <a:pt x="10668" y="36576"/>
                  </a:lnTo>
                  <a:lnTo>
                    <a:pt x="21336" y="36576"/>
                  </a:lnTo>
                  <a:lnTo>
                    <a:pt x="27432" y="33528"/>
                  </a:lnTo>
                  <a:lnTo>
                    <a:pt x="28956" y="30480"/>
                  </a:lnTo>
                  <a:lnTo>
                    <a:pt x="30480" y="28956"/>
                  </a:lnTo>
                  <a:lnTo>
                    <a:pt x="30480" y="39624"/>
                  </a:lnTo>
                  <a:lnTo>
                    <a:pt x="28956" y="42672"/>
                  </a:lnTo>
                  <a:lnTo>
                    <a:pt x="27432" y="47244"/>
                  </a:lnTo>
                  <a:lnTo>
                    <a:pt x="25908" y="50292"/>
                  </a:lnTo>
                  <a:lnTo>
                    <a:pt x="22860" y="51816"/>
                  </a:lnTo>
                  <a:lnTo>
                    <a:pt x="21336" y="53340"/>
                  </a:lnTo>
                  <a:lnTo>
                    <a:pt x="10668" y="53340"/>
                  </a:lnTo>
                  <a:lnTo>
                    <a:pt x="6096" y="48768"/>
                  </a:lnTo>
                  <a:lnTo>
                    <a:pt x="1524" y="53340"/>
                  </a:lnTo>
                  <a:lnTo>
                    <a:pt x="3048" y="56388"/>
                  </a:lnTo>
                  <a:lnTo>
                    <a:pt x="4572" y="57912"/>
                  </a:lnTo>
                  <a:lnTo>
                    <a:pt x="7620" y="57912"/>
                  </a:lnTo>
                  <a:lnTo>
                    <a:pt x="9144" y="59436"/>
                  </a:lnTo>
                  <a:lnTo>
                    <a:pt x="21336" y="59436"/>
                  </a:lnTo>
                  <a:lnTo>
                    <a:pt x="24384" y="57912"/>
                  </a:lnTo>
                  <a:lnTo>
                    <a:pt x="25908" y="57912"/>
                  </a:lnTo>
                  <a:lnTo>
                    <a:pt x="30480" y="53340"/>
                  </a:lnTo>
                  <a:lnTo>
                    <a:pt x="33528" y="50292"/>
                  </a:lnTo>
                  <a:lnTo>
                    <a:pt x="35052" y="47244"/>
                  </a:lnTo>
                  <a:lnTo>
                    <a:pt x="35052" y="42672"/>
                  </a:lnTo>
                  <a:lnTo>
                    <a:pt x="38100" y="33528"/>
                  </a:lnTo>
                  <a:lnTo>
                    <a:pt x="38100" y="22860"/>
                  </a:lnTo>
                  <a:close/>
                </a:path>
                <a:path w="172719" h="59689">
                  <a:moveTo>
                    <a:pt x="82397" y="19812"/>
                  </a:moveTo>
                  <a:lnTo>
                    <a:pt x="80873" y="15240"/>
                  </a:lnTo>
                  <a:lnTo>
                    <a:pt x="80873" y="12192"/>
                  </a:lnTo>
                  <a:lnTo>
                    <a:pt x="79349" y="9144"/>
                  </a:lnTo>
                  <a:lnTo>
                    <a:pt x="76301" y="7620"/>
                  </a:lnTo>
                  <a:lnTo>
                    <a:pt x="76301" y="22860"/>
                  </a:lnTo>
                  <a:lnTo>
                    <a:pt x="70205" y="28956"/>
                  </a:lnTo>
                  <a:lnTo>
                    <a:pt x="67157" y="30480"/>
                  </a:lnTo>
                  <a:lnTo>
                    <a:pt x="59436" y="30480"/>
                  </a:lnTo>
                  <a:lnTo>
                    <a:pt x="57912" y="28956"/>
                  </a:lnTo>
                  <a:lnTo>
                    <a:pt x="56388" y="28956"/>
                  </a:lnTo>
                  <a:lnTo>
                    <a:pt x="53340" y="25908"/>
                  </a:lnTo>
                  <a:lnTo>
                    <a:pt x="53340" y="12192"/>
                  </a:lnTo>
                  <a:lnTo>
                    <a:pt x="59436" y="6096"/>
                  </a:lnTo>
                  <a:lnTo>
                    <a:pt x="65544" y="6096"/>
                  </a:lnTo>
                  <a:lnTo>
                    <a:pt x="67157" y="7620"/>
                  </a:lnTo>
                  <a:lnTo>
                    <a:pt x="70205" y="9144"/>
                  </a:lnTo>
                  <a:lnTo>
                    <a:pt x="73253" y="12192"/>
                  </a:lnTo>
                  <a:lnTo>
                    <a:pt x="74777" y="16764"/>
                  </a:lnTo>
                  <a:lnTo>
                    <a:pt x="74777" y="19812"/>
                  </a:lnTo>
                  <a:lnTo>
                    <a:pt x="76301" y="22860"/>
                  </a:lnTo>
                  <a:lnTo>
                    <a:pt x="76301" y="7620"/>
                  </a:lnTo>
                  <a:lnTo>
                    <a:pt x="75539" y="6096"/>
                  </a:lnTo>
                  <a:lnTo>
                    <a:pt x="74777" y="4572"/>
                  </a:lnTo>
                  <a:lnTo>
                    <a:pt x="73253" y="3048"/>
                  </a:lnTo>
                  <a:lnTo>
                    <a:pt x="70205" y="1524"/>
                  </a:lnTo>
                  <a:lnTo>
                    <a:pt x="68681" y="1524"/>
                  </a:lnTo>
                  <a:lnTo>
                    <a:pt x="65544" y="0"/>
                  </a:lnTo>
                  <a:lnTo>
                    <a:pt x="59436" y="0"/>
                  </a:lnTo>
                  <a:lnTo>
                    <a:pt x="56388" y="1524"/>
                  </a:lnTo>
                  <a:lnTo>
                    <a:pt x="54864" y="3048"/>
                  </a:lnTo>
                  <a:lnTo>
                    <a:pt x="48768" y="6096"/>
                  </a:lnTo>
                  <a:lnTo>
                    <a:pt x="45720" y="12192"/>
                  </a:lnTo>
                  <a:lnTo>
                    <a:pt x="45720" y="25908"/>
                  </a:lnTo>
                  <a:lnTo>
                    <a:pt x="48768" y="32004"/>
                  </a:lnTo>
                  <a:lnTo>
                    <a:pt x="50292" y="33528"/>
                  </a:lnTo>
                  <a:lnTo>
                    <a:pt x="56388" y="36576"/>
                  </a:lnTo>
                  <a:lnTo>
                    <a:pt x="67157" y="36576"/>
                  </a:lnTo>
                  <a:lnTo>
                    <a:pt x="70205" y="35052"/>
                  </a:lnTo>
                  <a:lnTo>
                    <a:pt x="74777" y="30480"/>
                  </a:lnTo>
                  <a:lnTo>
                    <a:pt x="76301" y="28956"/>
                  </a:lnTo>
                  <a:lnTo>
                    <a:pt x="76301" y="35052"/>
                  </a:lnTo>
                  <a:lnTo>
                    <a:pt x="74777" y="39624"/>
                  </a:lnTo>
                  <a:lnTo>
                    <a:pt x="73253" y="42672"/>
                  </a:lnTo>
                  <a:lnTo>
                    <a:pt x="71729" y="47244"/>
                  </a:lnTo>
                  <a:lnTo>
                    <a:pt x="70205" y="50292"/>
                  </a:lnTo>
                  <a:lnTo>
                    <a:pt x="68681" y="51816"/>
                  </a:lnTo>
                  <a:lnTo>
                    <a:pt x="65544" y="53340"/>
                  </a:lnTo>
                  <a:lnTo>
                    <a:pt x="54864" y="53340"/>
                  </a:lnTo>
                  <a:lnTo>
                    <a:pt x="50292" y="48768"/>
                  </a:lnTo>
                  <a:lnTo>
                    <a:pt x="47244" y="53340"/>
                  </a:lnTo>
                  <a:lnTo>
                    <a:pt x="48768" y="56388"/>
                  </a:lnTo>
                  <a:lnTo>
                    <a:pt x="50292" y="57912"/>
                  </a:lnTo>
                  <a:lnTo>
                    <a:pt x="51816" y="57912"/>
                  </a:lnTo>
                  <a:lnTo>
                    <a:pt x="54864" y="59436"/>
                  </a:lnTo>
                  <a:lnTo>
                    <a:pt x="65544" y="59436"/>
                  </a:lnTo>
                  <a:lnTo>
                    <a:pt x="68681" y="57912"/>
                  </a:lnTo>
                  <a:lnTo>
                    <a:pt x="71729" y="57912"/>
                  </a:lnTo>
                  <a:lnTo>
                    <a:pt x="73253" y="54864"/>
                  </a:lnTo>
                  <a:lnTo>
                    <a:pt x="76301" y="53340"/>
                  </a:lnTo>
                  <a:lnTo>
                    <a:pt x="79349" y="47244"/>
                  </a:lnTo>
                  <a:lnTo>
                    <a:pt x="82397" y="38100"/>
                  </a:lnTo>
                  <a:lnTo>
                    <a:pt x="82397" y="19812"/>
                  </a:lnTo>
                  <a:close/>
                </a:path>
                <a:path w="172719" h="59689">
                  <a:moveTo>
                    <a:pt x="128117" y="22860"/>
                  </a:moveTo>
                  <a:lnTo>
                    <a:pt x="126593" y="19812"/>
                  </a:lnTo>
                  <a:lnTo>
                    <a:pt x="126593" y="15240"/>
                  </a:lnTo>
                  <a:lnTo>
                    <a:pt x="123545" y="9144"/>
                  </a:lnTo>
                  <a:lnTo>
                    <a:pt x="122021" y="7620"/>
                  </a:lnTo>
                  <a:lnTo>
                    <a:pt x="121259" y="6096"/>
                  </a:lnTo>
                  <a:lnTo>
                    <a:pt x="120497" y="4572"/>
                  </a:lnTo>
                  <a:lnTo>
                    <a:pt x="120497" y="19812"/>
                  </a:lnTo>
                  <a:lnTo>
                    <a:pt x="120497" y="22860"/>
                  </a:lnTo>
                  <a:lnTo>
                    <a:pt x="118973" y="25908"/>
                  </a:lnTo>
                  <a:lnTo>
                    <a:pt x="115925" y="27432"/>
                  </a:lnTo>
                  <a:lnTo>
                    <a:pt x="112877" y="30480"/>
                  </a:lnTo>
                  <a:lnTo>
                    <a:pt x="103733" y="30480"/>
                  </a:lnTo>
                  <a:lnTo>
                    <a:pt x="102209" y="28956"/>
                  </a:lnTo>
                  <a:lnTo>
                    <a:pt x="100685" y="28956"/>
                  </a:lnTo>
                  <a:lnTo>
                    <a:pt x="99161" y="27432"/>
                  </a:lnTo>
                  <a:lnTo>
                    <a:pt x="99161" y="25908"/>
                  </a:lnTo>
                  <a:lnTo>
                    <a:pt x="97637" y="22860"/>
                  </a:lnTo>
                  <a:lnTo>
                    <a:pt x="97637" y="13716"/>
                  </a:lnTo>
                  <a:lnTo>
                    <a:pt x="99161" y="12192"/>
                  </a:lnTo>
                  <a:lnTo>
                    <a:pt x="99161" y="10668"/>
                  </a:lnTo>
                  <a:lnTo>
                    <a:pt x="103733" y="6096"/>
                  </a:lnTo>
                  <a:lnTo>
                    <a:pt x="109829" y="6096"/>
                  </a:lnTo>
                  <a:lnTo>
                    <a:pt x="112877" y="7620"/>
                  </a:lnTo>
                  <a:lnTo>
                    <a:pt x="117449" y="12192"/>
                  </a:lnTo>
                  <a:lnTo>
                    <a:pt x="118973" y="16764"/>
                  </a:lnTo>
                  <a:lnTo>
                    <a:pt x="120497" y="19812"/>
                  </a:lnTo>
                  <a:lnTo>
                    <a:pt x="120497" y="4572"/>
                  </a:lnTo>
                  <a:lnTo>
                    <a:pt x="117449" y="3048"/>
                  </a:lnTo>
                  <a:lnTo>
                    <a:pt x="115925" y="1524"/>
                  </a:lnTo>
                  <a:lnTo>
                    <a:pt x="112877" y="1524"/>
                  </a:lnTo>
                  <a:lnTo>
                    <a:pt x="109829" y="0"/>
                  </a:lnTo>
                  <a:lnTo>
                    <a:pt x="105257" y="0"/>
                  </a:lnTo>
                  <a:lnTo>
                    <a:pt x="96113" y="4572"/>
                  </a:lnTo>
                  <a:lnTo>
                    <a:pt x="94589" y="6096"/>
                  </a:lnTo>
                  <a:lnTo>
                    <a:pt x="90017" y="15240"/>
                  </a:lnTo>
                  <a:lnTo>
                    <a:pt x="90017" y="22860"/>
                  </a:lnTo>
                  <a:lnTo>
                    <a:pt x="94589" y="32004"/>
                  </a:lnTo>
                  <a:lnTo>
                    <a:pt x="97637" y="35052"/>
                  </a:lnTo>
                  <a:lnTo>
                    <a:pt x="100685" y="36576"/>
                  </a:lnTo>
                  <a:lnTo>
                    <a:pt x="111353" y="36576"/>
                  </a:lnTo>
                  <a:lnTo>
                    <a:pt x="117449" y="33528"/>
                  </a:lnTo>
                  <a:lnTo>
                    <a:pt x="118973" y="30480"/>
                  </a:lnTo>
                  <a:lnTo>
                    <a:pt x="120497" y="28956"/>
                  </a:lnTo>
                  <a:lnTo>
                    <a:pt x="120497" y="39624"/>
                  </a:lnTo>
                  <a:lnTo>
                    <a:pt x="118973" y="42672"/>
                  </a:lnTo>
                  <a:lnTo>
                    <a:pt x="117449" y="47244"/>
                  </a:lnTo>
                  <a:lnTo>
                    <a:pt x="115925" y="50292"/>
                  </a:lnTo>
                  <a:lnTo>
                    <a:pt x="112877" y="51816"/>
                  </a:lnTo>
                  <a:lnTo>
                    <a:pt x="111353" y="53340"/>
                  </a:lnTo>
                  <a:lnTo>
                    <a:pt x="100685" y="53340"/>
                  </a:lnTo>
                  <a:lnTo>
                    <a:pt x="96113" y="48768"/>
                  </a:lnTo>
                  <a:lnTo>
                    <a:pt x="91541" y="53340"/>
                  </a:lnTo>
                  <a:lnTo>
                    <a:pt x="93065" y="56388"/>
                  </a:lnTo>
                  <a:lnTo>
                    <a:pt x="94589" y="57912"/>
                  </a:lnTo>
                  <a:lnTo>
                    <a:pt x="97637" y="57912"/>
                  </a:lnTo>
                  <a:lnTo>
                    <a:pt x="99161" y="59436"/>
                  </a:lnTo>
                  <a:lnTo>
                    <a:pt x="111353" y="59436"/>
                  </a:lnTo>
                  <a:lnTo>
                    <a:pt x="114401" y="57912"/>
                  </a:lnTo>
                  <a:lnTo>
                    <a:pt x="115925" y="57912"/>
                  </a:lnTo>
                  <a:lnTo>
                    <a:pt x="120497" y="53340"/>
                  </a:lnTo>
                  <a:lnTo>
                    <a:pt x="123545" y="50292"/>
                  </a:lnTo>
                  <a:lnTo>
                    <a:pt x="125069" y="47244"/>
                  </a:lnTo>
                  <a:lnTo>
                    <a:pt x="125069" y="42672"/>
                  </a:lnTo>
                  <a:lnTo>
                    <a:pt x="128117" y="33528"/>
                  </a:lnTo>
                  <a:lnTo>
                    <a:pt x="128117" y="22860"/>
                  </a:lnTo>
                  <a:close/>
                </a:path>
                <a:path w="172719" h="59689">
                  <a:moveTo>
                    <a:pt x="172402" y="19812"/>
                  </a:moveTo>
                  <a:lnTo>
                    <a:pt x="170878" y="15240"/>
                  </a:lnTo>
                  <a:lnTo>
                    <a:pt x="169354" y="12192"/>
                  </a:lnTo>
                  <a:lnTo>
                    <a:pt x="169354" y="9144"/>
                  </a:lnTo>
                  <a:lnTo>
                    <a:pt x="166217" y="7620"/>
                  </a:lnTo>
                  <a:lnTo>
                    <a:pt x="166217" y="22860"/>
                  </a:lnTo>
                  <a:lnTo>
                    <a:pt x="160121" y="28956"/>
                  </a:lnTo>
                  <a:lnTo>
                    <a:pt x="157073" y="30480"/>
                  </a:lnTo>
                  <a:lnTo>
                    <a:pt x="149453" y="30480"/>
                  </a:lnTo>
                  <a:lnTo>
                    <a:pt x="147929" y="28956"/>
                  </a:lnTo>
                  <a:lnTo>
                    <a:pt x="146405" y="28956"/>
                  </a:lnTo>
                  <a:lnTo>
                    <a:pt x="143357" y="25908"/>
                  </a:lnTo>
                  <a:lnTo>
                    <a:pt x="143357" y="22860"/>
                  </a:lnTo>
                  <a:lnTo>
                    <a:pt x="141833" y="21336"/>
                  </a:lnTo>
                  <a:lnTo>
                    <a:pt x="141833" y="16764"/>
                  </a:lnTo>
                  <a:lnTo>
                    <a:pt x="143357" y="13716"/>
                  </a:lnTo>
                  <a:lnTo>
                    <a:pt x="143357" y="12192"/>
                  </a:lnTo>
                  <a:lnTo>
                    <a:pt x="149453" y="6096"/>
                  </a:lnTo>
                  <a:lnTo>
                    <a:pt x="155549" y="6096"/>
                  </a:lnTo>
                  <a:lnTo>
                    <a:pt x="157073" y="7620"/>
                  </a:lnTo>
                  <a:lnTo>
                    <a:pt x="160121" y="9144"/>
                  </a:lnTo>
                  <a:lnTo>
                    <a:pt x="163169" y="12192"/>
                  </a:lnTo>
                  <a:lnTo>
                    <a:pt x="164693" y="16764"/>
                  </a:lnTo>
                  <a:lnTo>
                    <a:pt x="164693" y="19812"/>
                  </a:lnTo>
                  <a:lnTo>
                    <a:pt x="166217" y="22860"/>
                  </a:lnTo>
                  <a:lnTo>
                    <a:pt x="166217" y="7620"/>
                  </a:lnTo>
                  <a:lnTo>
                    <a:pt x="165455" y="6096"/>
                  </a:lnTo>
                  <a:lnTo>
                    <a:pt x="164693" y="4572"/>
                  </a:lnTo>
                  <a:lnTo>
                    <a:pt x="163169" y="3048"/>
                  </a:lnTo>
                  <a:lnTo>
                    <a:pt x="160121" y="1524"/>
                  </a:lnTo>
                  <a:lnTo>
                    <a:pt x="158597" y="1524"/>
                  </a:lnTo>
                  <a:lnTo>
                    <a:pt x="155549" y="0"/>
                  </a:lnTo>
                  <a:lnTo>
                    <a:pt x="149453" y="0"/>
                  </a:lnTo>
                  <a:lnTo>
                    <a:pt x="143357" y="3048"/>
                  </a:lnTo>
                  <a:lnTo>
                    <a:pt x="141833" y="4572"/>
                  </a:lnTo>
                  <a:lnTo>
                    <a:pt x="138785" y="6096"/>
                  </a:lnTo>
                  <a:lnTo>
                    <a:pt x="135737" y="12192"/>
                  </a:lnTo>
                  <a:lnTo>
                    <a:pt x="135737" y="25908"/>
                  </a:lnTo>
                  <a:lnTo>
                    <a:pt x="138785" y="32004"/>
                  </a:lnTo>
                  <a:lnTo>
                    <a:pt x="140309" y="33528"/>
                  </a:lnTo>
                  <a:lnTo>
                    <a:pt x="146405" y="36576"/>
                  </a:lnTo>
                  <a:lnTo>
                    <a:pt x="157073" y="36576"/>
                  </a:lnTo>
                  <a:lnTo>
                    <a:pt x="160121" y="35052"/>
                  </a:lnTo>
                  <a:lnTo>
                    <a:pt x="164693" y="30480"/>
                  </a:lnTo>
                  <a:lnTo>
                    <a:pt x="166217" y="28956"/>
                  </a:lnTo>
                  <a:lnTo>
                    <a:pt x="166217" y="35052"/>
                  </a:lnTo>
                  <a:lnTo>
                    <a:pt x="164693" y="39624"/>
                  </a:lnTo>
                  <a:lnTo>
                    <a:pt x="163169" y="42672"/>
                  </a:lnTo>
                  <a:lnTo>
                    <a:pt x="161645" y="47244"/>
                  </a:lnTo>
                  <a:lnTo>
                    <a:pt x="160121" y="50292"/>
                  </a:lnTo>
                  <a:lnTo>
                    <a:pt x="158597" y="51816"/>
                  </a:lnTo>
                  <a:lnTo>
                    <a:pt x="155549" y="53340"/>
                  </a:lnTo>
                  <a:lnTo>
                    <a:pt x="144881" y="53340"/>
                  </a:lnTo>
                  <a:lnTo>
                    <a:pt x="140309" y="48768"/>
                  </a:lnTo>
                  <a:lnTo>
                    <a:pt x="137261" y="53340"/>
                  </a:lnTo>
                  <a:lnTo>
                    <a:pt x="138785" y="56388"/>
                  </a:lnTo>
                  <a:lnTo>
                    <a:pt x="140309" y="57912"/>
                  </a:lnTo>
                  <a:lnTo>
                    <a:pt x="141833" y="57912"/>
                  </a:lnTo>
                  <a:lnTo>
                    <a:pt x="144881" y="59436"/>
                  </a:lnTo>
                  <a:lnTo>
                    <a:pt x="155549" y="59436"/>
                  </a:lnTo>
                  <a:lnTo>
                    <a:pt x="158597" y="57912"/>
                  </a:lnTo>
                  <a:lnTo>
                    <a:pt x="161645" y="57912"/>
                  </a:lnTo>
                  <a:lnTo>
                    <a:pt x="163169" y="54864"/>
                  </a:lnTo>
                  <a:lnTo>
                    <a:pt x="166217" y="53340"/>
                  </a:lnTo>
                  <a:lnTo>
                    <a:pt x="167741" y="50292"/>
                  </a:lnTo>
                  <a:lnTo>
                    <a:pt x="169354" y="47244"/>
                  </a:lnTo>
                  <a:lnTo>
                    <a:pt x="172402" y="38100"/>
                  </a:lnTo>
                  <a:lnTo>
                    <a:pt x="172402" y="19812"/>
                  </a:lnTo>
                  <a:close/>
                </a:path>
              </a:pathLst>
            </a:custGeom>
            <a:solidFill>
              <a:srgbClr val="FF4B4B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8" name="object 28" descr=""/>
          <p:cNvGrpSpPr/>
          <p:nvPr/>
        </p:nvGrpSpPr>
        <p:grpSpPr>
          <a:xfrm>
            <a:off x="315468" y="211931"/>
            <a:ext cx="803910" cy="88900"/>
            <a:chOff x="315468" y="211931"/>
            <a:chExt cx="803910" cy="88900"/>
          </a:xfrm>
        </p:grpSpPr>
        <p:sp>
          <p:nvSpPr>
            <p:cNvPr id="29" name="object 29" descr=""/>
            <p:cNvSpPr/>
            <p:nvPr/>
          </p:nvSpPr>
          <p:spPr>
            <a:xfrm>
              <a:off x="315468" y="213455"/>
              <a:ext cx="27940" cy="73660"/>
            </a:xfrm>
            <a:custGeom>
              <a:avLst/>
              <a:gdLst/>
              <a:ahLst/>
              <a:cxnLst/>
              <a:rect l="l" t="t" r="r" b="b"/>
              <a:pathLst>
                <a:path w="27939" h="73660">
                  <a:moveTo>
                    <a:pt x="27432" y="73247"/>
                  </a:moveTo>
                  <a:lnTo>
                    <a:pt x="18288" y="73247"/>
                  </a:lnTo>
                  <a:lnTo>
                    <a:pt x="18288" y="15240"/>
                  </a:lnTo>
                  <a:lnTo>
                    <a:pt x="16764" y="18288"/>
                  </a:lnTo>
                  <a:lnTo>
                    <a:pt x="13716" y="19812"/>
                  </a:lnTo>
                  <a:lnTo>
                    <a:pt x="9144" y="21336"/>
                  </a:lnTo>
                  <a:lnTo>
                    <a:pt x="6096" y="24384"/>
                  </a:lnTo>
                  <a:lnTo>
                    <a:pt x="3048" y="25908"/>
                  </a:lnTo>
                  <a:lnTo>
                    <a:pt x="0" y="25908"/>
                  </a:lnTo>
                  <a:lnTo>
                    <a:pt x="0" y="18288"/>
                  </a:lnTo>
                  <a:lnTo>
                    <a:pt x="6096" y="15240"/>
                  </a:lnTo>
                  <a:lnTo>
                    <a:pt x="9144" y="12192"/>
                  </a:lnTo>
                  <a:lnTo>
                    <a:pt x="13716" y="9144"/>
                  </a:lnTo>
                  <a:lnTo>
                    <a:pt x="19812" y="3048"/>
                  </a:lnTo>
                  <a:lnTo>
                    <a:pt x="21336" y="0"/>
                  </a:lnTo>
                  <a:lnTo>
                    <a:pt x="27432" y="0"/>
                  </a:lnTo>
                  <a:lnTo>
                    <a:pt x="27432" y="7324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0" name="object 30" descr="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364331" y="211931"/>
              <a:ext cx="347757" cy="88487"/>
            </a:xfrm>
            <a:prstGeom prst="rect">
              <a:avLst/>
            </a:prstGeom>
          </p:spPr>
        </p:pic>
        <p:pic>
          <p:nvPicPr>
            <p:cNvPr id="31" name="object 31" descr="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753236" y="213455"/>
              <a:ext cx="189166" cy="73247"/>
            </a:xfrm>
            <a:prstGeom prst="rect">
              <a:avLst/>
            </a:prstGeom>
          </p:spPr>
        </p:pic>
        <p:pic>
          <p:nvPicPr>
            <p:cNvPr id="32" name="object 32" descr="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983646" y="213455"/>
              <a:ext cx="135731" cy="73247"/>
            </a:xfrm>
            <a:prstGeom prst="rect">
              <a:avLst/>
            </a:prstGeom>
          </p:spPr>
        </p:pic>
      </p:grpSp>
      <p:pic>
        <p:nvPicPr>
          <p:cNvPr id="33" name="object 33" descr=""/>
          <p:cNvPicPr/>
          <p:nvPr/>
        </p:nvPicPr>
        <p:blipFill>
          <a:blip r:embed="rId25" cstate="print"/>
          <a:stretch>
            <a:fillRect/>
          </a:stretch>
        </p:blipFill>
        <p:spPr>
          <a:xfrm>
            <a:off x="5083968" y="213455"/>
            <a:ext cx="1104328" cy="73247"/>
          </a:xfrm>
          <a:prstGeom prst="rect">
            <a:avLst/>
          </a:prstGeom>
        </p:spPr>
      </p:pic>
      <p:pic>
        <p:nvPicPr>
          <p:cNvPr id="34" name="object 34" descr=""/>
          <p:cNvPicPr/>
          <p:nvPr/>
        </p:nvPicPr>
        <p:blipFill>
          <a:blip r:embed="rId26" cstate="print"/>
          <a:stretch>
            <a:fillRect/>
          </a:stretch>
        </p:blipFill>
        <p:spPr>
          <a:xfrm>
            <a:off x="310895" y="7499318"/>
            <a:ext cx="645223" cy="73437"/>
          </a:xfrm>
          <a:prstGeom prst="rect">
            <a:avLst/>
          </a:prstGeom>
        </p:spPr>
      </p:pic>
      <p:pic>
        <p:nvPicPr>
          <p:cNvPr id="35" name="object 35" descr=""/>
          <p:cNvPicPr/>
          <p:nvPr/>
        </p:nvPicPr>
        <p:blipFill>
          <a:blip r:embed="rId27" cstate="print"/>
          <a:stretch>
            <a:fillRect/>
          </a:stretch>
        </p:blipFill>
        <p:spPr>
          <a:xfrm>
            <a:off x="9631204" y="7497794"/>
            <a:ext cx="126586" cy="7467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535935" y="364236"/>
            <a:ext cx="6650735" cy="5036819"/>
          </a:xfrm>
          <a:prstGeom prst="rect">
            <a:avLst/>
          </a:prstGeom>
        </p:spPr>
      </p:pic>
      <p:pic>
        <p:nvPicPr>
          <p:cNvPr id="3" name="object 3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539555" y="5629719"/>
            <a:ext cx="1061656" cy="154527"/>
          </a:xfrm>
          <a:prstGeom prst="rect">
            <a:avLst/>
          </a:prstGeom>
        </p:spPr>
      </p:pic>
      <p:grpSp>
        <p:nvGrpSpPr>
          <p:cNvPr id="4" name="object 4" descr=""/>
          <p:cNvGrpSpPr/>
          <p:nvPr/>
        </p:nvGrpSpPr>
        <p:grpSpPr>
          <a:xfrm>
            <a:off x="315468" y="211931"/>
            <a:ext cx="803910" cy="88900"/>
            <a:chOff x="315468" y="211931"/>
            <a:chExt cx="803910" cy="88900"/>
          </a:xfrm>
        </p:grpSpPr>
        <p:sp>
          <p:nvSpPr>
            <p:cNvPr id="5" name="object 5" descr=""/>
            <p:cNvSpPr/>
            <p:nvPr/>
          </p:nvSpPr>
          <p:spPr>
            <a:xfrm>
              <a:off x="315468" y="213455"/>
              <a:ext cx="27940" cy="73660"/>
            </a:xfrm>
            <a:custGeom>
              <a:avLst/>
              <a:gdLst/>
              <a:ahLst/>
              <a:cxnLst/>
              <a:rect l="l" t="t" r="r" b="b"/>
              <a:pathLst>
                <a:path w="27939" h="73660">
                  <a:moveTo>
                    <a:pt x="27432" y="73247"/>
                  </a:moveTo>
                  <a:lnTo>
                    <a:pt x="18288" y="73247"/>
                  </a:lnTo>
                  <a:lnTo>
                    <a:pt x="18288" y="15240"/>
                  </a:lnTo>
                  <a:lnTo>
                    <a:pt x="16764" y="18288"/>
                  </a:lnTo>
                  <a:lnTo>
                    <a:pt x="13716" y="19812"/>
                  </a:lnTo>
                  <a:lnTo>
                    <a:pt x="9144" y="21336"/>
                  </a:lnTo>
                  <a:lnTo>
                    <a:pt x="6096" y="24384"/>
                  </a:lnTo>
                  <a:lnTo>
                    <a:pt x="3048" y="25908"/>
                  </a:lnTo>
                  <a:lnTo>
                    <a:pt x="0" y="25908"/>
                  </a:lnTo>
                  <a:lnTo>
                    <a:pt x="0" y="18288"/>
                  </a:lnTo>
                  <a:lnTo>
                    <a:pt x="6096" y="15240"/>
                  </a:lnTo>
                  <a:lnTo>
                    <a:pt x="9144" y="12192"/>
                  </a:lnTo>
                  <a:lnTo>
                    <a:pt x="13716" y="9144"/>
                  </a:lnTo>
                  <a:lnTo>
                    <a:pt x="19812" y="3048"/>
                  </a:lnTo>
                  <a:lnTo>
                    <a:pt x="21336" y="0"/>
                  </a:lnTo>
                  <a:lnTo>
                    <a:pt x="27432" y="0"/>
                  </a:lnTo>
                  <a:lnTo>
                    <a:pt x="27432" y="7324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" name="object 6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64331" y="211931"/>
              <a:ext cx="347757" cy="88487"/>
            </a:xfrm>
            <a:prstGeom prst="rect">
              <a:avLst/>
            </a:prstGeom>
          </p:spPr>
        </p:pic>
        <p:pic>
          <p:nvPicPr>
            <p:cNvPr id="7" name="object 7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53236" y="213455"/>
              <a:ext cx="189166" cy="73247"/>
            </a:xfrm>
            <a:prstGeom prst="rect">
              <a:avLst/>
            </a:prstGeom>
          </p:spPr>
        </p:pic>
        <p:pic>
          <p:nvPicPr>
            <p:cNvPr id="8" name="object 8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83646" y="213455"/>
              <a:ext cx="135731" cy="73247"/>
            </a:xfrm>
            <a:prstGeom prst="rect">
              <a:avLst/>
            </a:prstGeom>
          </p:spPr>
        </p:pic>
      </p:grpSp>
      <p:pic>
        <p:nvPicPr>
          <p:cNvPr id="9" name="object 9" descr="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5083968" y="213455"/>
            <a:ext cx="1104328" cy="73247"/>
          </a:xfrm>
          <a:prstGeom prst="rect">
            <a:avLst/>
          </a:prstGeom>
        </p:spPr>
      </p:pic>
      <p:pic>
        <p:nvPicPr>
          <p:cNvPr id="10" name="object 10" descr="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310895" y="7499318"/>
            <a:ext cx="645223" cy="73437"/>
          </a:xfrm>
          <a:prstGeom prst="rect">
            <a:avLst/>
          </a:prstGeom>
        </p:spPr>
      </p:pic>
      <p:pic>
        <p:nvPicPr>
          <p:cNvPr id="11" name="object 11" descr="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9623583" y="7497794"/>
            <a:ext cx="134207" cy="7467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535935" y="364236"/>
            <a:ext cx="6650735" cy="3477767"/>
          </a:xfrm>
          <a:prstGeom prst="rect">
            <a:avLst/>
          </a:prstGeom>
        </p:spPr>
      </p:pic>
      <p:grpSp>
        <p:nvGrpSpPr>
          <p:cNvPr id="3" name="object 3" descr=""/>
          <p:cNvGrpSpPr/>
          <p:nvPr/>
        </p:nvGrpSpPr>
        <p:grpSpPr>
          <a:xfrm>
            <a:off x="2548699" y="4063079"/>
            <a:ext cx="366395" cy="130175"/>
            <a:chOff x="2548699" y="4063079"/>
            <a:chExt cx="366395" cy="130175"/>
          </a:xfrm>
        </p:grpSpPr>
        <p:pic>
          <p:nvPicPr>
            <p:cNvPr id="4" name="object 4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548699" y="4072223"/>
              <a:ext cx="83915" cy="119062"/>
            </a:xfrm>
            <a:prstGeom prst="rect">
              <a:avLst/>
            </a:prstGeom>
          </p:spPr>
        </p:pic>
        <p:pic>
          <p:nvPicPr>
            <p:cNvPr id="5" name="object 5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652426" y="4063079"/>
              <a:ext cx="262318" cy="129730"/>
            </a:xfrm>
            <a:prstGeom prst="rect">
              <a:avLst/>
            </a:prstGeom>
          </p:spPr>
        </p:pic>
      </p:grpSp>
      <p:pic>
        <p:nvPicPr>
          <p:cNvPr id="6" name="object 6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969704" y="4063079"/>
            <a:ext cx="173926" cy="164782"/>
          </a:xfrm>
          <a:prstGeom prst="rect">
            <a:avLst/>
          </a:prstGeom>
        </p:spPr>
      </p:pic>
      <p:pic>
        <p:nvPicPr>
          <p:cNvPr id="7" name="object 7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3195447" y="4072223"/>
            <a:ext cx="263937" cy="120586"/>
          </a:xfrm>
          <a:prstGeom prst="rect">
            <a:avLst/>
          </a:prstGeom>
        </p:spPr>
      </p:pic>
      <p:pic>
        <p:nvPicPr>
          <p:cNvPr id="8" name="object 8" descr="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3505200" y="4071905"/>
            <a:ext cx="362997" cy="155955"/>
          </a:xfrm>
          <a:prstGeom prst="rect">
            <a:avLst/>
          </a:prstGeom>
        </p:spPr>
      </p:pic>
      <p:grpSp>
        <p:nvGrpSpPr>
          <p:cNvPr id="9" name="object 9" descr=""/>
          <p:cNvGrpSpPr/>
          <p:nvPr/>
        </p:nvGrpSpPr>
        <p:grpSpPr>
          <a:xfrm>
            <a:off x="315468" y="211931"/>
            <a:ext cx="803910" cy="88900"/>
            <a:chOff x="315468" y="211931"/>
            <a:chExt cx="803910" cy="88900"/>
          </a:xfrm>
        </p:grpSpPr>
        <p:sp>
          <p:nvSpPr>
            <p:cNvPr id="10" name="object 10" descr=""/>
            <p:cNvSpPr/>
            <p:nvPr/>
          </p:nvSpPr>
          <p:spPr>
            <a:xfrm>
              <a:off x="315468" y="213455"/>
              <a:ext cx="27940" cy="73660"/>
            </a:xfrm>
            <a:custGeom>
              <a:avLst/>
              <a:gdLst/>
              <a:ahLst/>
              <a:cxnLst/>
              <a:rect l="l" t="t" r="r" b="b"/>
              <a:pathLst>
                <a:path w="27939" h="73660">
                  <a:moveTo>
                    <a:pt x="27432" y="73247"/>
                  </a:moveTo>
                  <a:lnTo>
                    <a:pt x="18288" y="73247"/>
                  </a:lnTo>
                  <a:lnTo>
                    <a:pt x="18288" y="15240"/>
                  </a:lnTo>
                  <a:lnTo>
                    <a:pt x="16764" y="18288"/>
                  </a:lnTo>
                  <a:lnTo>
                    <a:pt x="13716" y="19812"/>
                  </a:lnTo>
                  <a:lnTo>
                    <a:pt x="9144" y="21336"/>
                  </a:lnTo>
                  <a:lnTo>
                    <a:pt x="6096" y="24384"/>
                  </a:lnTo>
                  <a:lnTo>
                    <a:pt x="3048" y="25908"/>
                  </a:lnTo>
                  <a:lnTo>
                    <a:pt x="0" y="25908"/>
                  </a:lnTo>
                  <a:lnTo>
                    <a:pt x="0" y="18288"/>
                  </a:lnTo>
                  <a:lnTo>
                    <a:pt x="6096" y="15240"/>
                  </a:lnTo>
                  <a:lnTo>
                    <a:pt x="9144" y="12192"/>
                  </a:lnTo>
                  <a:lnTo>
                    <a:pt x="13716" y="9144"/>
                  </a:lnTo>
                  <a:lnTo>
                    <a:pt x="19812" y="3048"/>
                  </a:lnTo>
                  <a:lnTo>
                    <a:pt x="21336" y="0"/>
                  </a:lnTo>
                  <a:lnTo>
                    <a:pt x="27432" y="0"/>
                  </a:lnTo>
                  <a:lnTo>
                    <a:pt x="27432" y="7324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1" name="object 11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64331" y="211931"/>
              <a:ext cx="347757" cy="88487"/>
            </a:xfrm>
            <a:prstGeom prst="rect">
              <a:avLst/>
            </a:prstGeom>
          </p:spPr>
        </p:pic>
        <p:pic>
          <p:nvPicPr>
            <p:cNvPr id="12" name="object 12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753236" y="213455"/>
              <a:ext cx="189166" cy="73247"/>
            </a:xfrm>
            <a:prstGeom prst="rect">
              <a:avLst/>
            </a:prstGeom>
          </p:spPr>
        </p:pic>
        <p:pic>
          <p:nvPicPr>
            <p:cNvPr id="13" name="object 13" descr="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983646" y="213455"/>
              <a:ext cx="135731" cy="73247"/>
            </a:xfrm>
            <a:prstGeom prst="rect">
              <a:avLst/>
            </a:prstGeom>
          </p:spPr>
        </p:pic>
      </p:grpSp>
      <p:pic>
        <p:nvPicPr>
          <p:cNvPr id="14" name="object 14" descr="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5083968" y="213455"/>
            <a:ext cx="1104328" cy="73247"/>
          </a:xfrm>
          <a:prstGeom prst="rect">
            <a:avLst/>
          </a:prstGeom>
        </p:spPr>
      </p:pic>
      <p:pic>
        <p:nvPicPr>
          <p:cNvPr id="15" name="object 15" descr="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310895" y="7499318"/>
            <a:ext cx="645223" cy="73437"/>
          </a:xfrm>
          <a:prstGeom prst="rect">
            <a:avLst/>
          </a:prstGeom>
        </p:spPr>
      </p:pic>
      <p:pic>
        <p:nvPicPr>
          <p:cNvPr id="16" name="object 16" descr="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9625107" y="7497794"/>
            <a:ext cx="132683" cy="7467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535935" y="362712"/>
            <a:ext cx="6650735" cy="5186171"/>
          </a:xfrm>
          <a:prstGeom prst="rect">
            <a:avLst/>
          </a:prstGeom>
        </p:spPr>
      </p:pic>
      <p:grpSp>
        <p:nvGrpSpPr>
          <p:cNvPr id="3" name="object 3" descr=""/>
          <p:cNvGrpSpPr/>
          <p:nvPr/>
        </p:nvGrpSpPr>
        <p:grpSpPr>
          <a:xfrm>
            <a:off x="315468" y="211931"/>
            <a:ext cx="803910" cy="88900"/>
            <a:chOff x="315468" y="211931"/>
            <a:chExt cx="803910" cy="88900"/>
          </a:xfrm>
        </p:grpSpPr>
        <p:sp>
          <p:nvSpPr>
            <p:cNvPr id="4" name="object 4" descr=""/>
            <p:cNvSpPr/>
            <p:nvPr/>
          </p:nvSpPr>
          <p:spPr>
            <a:xfrm>
              <a:off x="315468" y="213455"/>
              <a:ext cx="27940" cy="73660"/>
            </a:xfrm>
            <a:custGeom>
              <a:avLst/>
              <a:gdLst/>
              <a:ahLst/>
              <a:cxnLst/>
              <a:rect l="l" t="t" r="r" b="b"/>
              <a:pathLst>
                <a:path w="27939" h="73660">
                  <a:moveTo>
                    <a:pt x="27432" y="73247"/>
                  </a:moveTo>
                  <a:lnTo>
                    <a:pt x="18288" y="73247"/>
                  </a:lnTo>
                  <a:lnTo>
                    <a:pt x="18288" y="15240"/>
                  </a:lnTo>
                  <a:lnTo>
                    <a:pt x="16764" y="18288"/>
                  </a:lnTo>
                  <a:lnTo>
                    <a:pt x="13716" y="19812"/>
                  </a:lnTo>
                  <a:lnTo>
                    <a:pt x="9144" y="21336"/>
                  </a:lnTo>
                  <a:lnTo>
                    <a:pt x="6096" y="24384"/>
                  </a:lnTo>
                  <a:lnTo>
                    <a:pt x="3048" y="25908"/>
                  </a:lnTo>
                  <a:lnTo>
                    <a:pt x="0" y="25908"/>
                  </a:lnTo>
                  <a:lnTo>
                    <a:pt x="0" y="18288"/>
                  </a:lnTo>
                  <a:lnTo>
                    <a:pt x="6096" y="15240"/>
                  </a:lnTo>
                  <a:lnTo>
                    <a:pt x="9144" y="12192"/>
                  </a:lnTo>
                  <a:lnTo>
                    <a:pt x="13716" y="9144"/>
                  </a:lnTo>
                  <a:lnTo>
                    <a:pt x="19812" y="3048"/>
                  </a:lnTo>
                  <a:lnTo>
                    <a:pt x="21336" y="0"/>
                  </a:lnTo>
                  <a:lnTo>
                    <a:pt x="27432" y="0"/>
                  </a:lnTo>
                  <a:lnTo>
                    <a:pt x="27432" y="7324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" name="object 5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64331" y="211931"/>
              <a:ext cx="347757" cy="88487"/>
            </a:xfrm>
            <a:prstGeom prst="rect">
              <a:avLst/>
            </a:prstGeom>
          </p:spPr>
        </p:pic>
        <p:pic>
          <p:nvPicPr>
            <p:cNvPr id="6" name="object 6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53236" y="213455"/>
              <a:ext cx="189166" cy="73247"/>
            </a:xfrm>
            <a:prstGeom prst="rect">
              <a:avLst/>
            </a:prstGeom>
          </p:spPr>
        </p:pic>
        <p:pic>
          <p:nvPicPr>
            <p:cNvPr id="7" name="object 7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983646" y="213455"/>
              <a:ext cx="135731" cy="73247"/>
            </a:xfrm>
            <a:prstGeom prst="rect">
              <a:avLst/>
            </a:prstGeom>
          </p:spPr>
        </p:pic>
      </p:grpSp>
      <p:pic>
        <p:nvPicPr>
          <p:cNvPr id="8" name="object 8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5083968" y="213455"/>
            <a:ext cx="1104328" cy="73247"/>
          </a:xfrm>
          <a:prstGeom prst="rect">
            <a:avLst/>
          </a:prstGeom>
        </p:spPr>
      </p:pic>
      <p:pic>
        <p:nvPicPr>
          <p:cNvPr id="9" name="object 9" descr="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310895" y="7499318"/>
            <a:ext cx="645223" cy="73437"/>
          </a:xfrm>
          <a:prstGeom prst="rect">
            <a:avLst/>
          </a:prstGeom>
        </p:spPr>
      </p:pic>
      <p:pic>
        <p:nvPicPr>
          <p:cNvPr id="10" name="object 10" descr="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9622059" y="7497794"/>
            <a:ext cx="135731" cy="7467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Redbus Data Dashboard</dc:title>
  <dcterms:created xsi:type="dcterms:W3CDTF">2025-11-26T15:22:24Z</dcterms:created>
  <dcterms:modified xsi:type="dcterms:W3CDTF">2025-11-26T15:22:24Z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2025-11-26T00:00:00Z</vt:filetime>
  </property>
  <property fmtid="{D5CDD505-2E9C-101B-9397-08002B2CF9AE}" pid="3" name="LastSaved">
    <vt:filetime>2025-11-26T00:00:00Z</vt:filetime>
  </property>
  <property fmtid="{D5CDD505-2E9C-101B-9397-08002B2CF9AE}" pid="4" name="Producer">
    <vt:lpwstr>Microsoft: Print To PDF</vt:lpwstr>
  </property>
</Properties>
</file>